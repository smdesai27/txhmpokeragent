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D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REINFORCEMENT LEARNING  ·  IMPERFECT-INFORMATION GAMES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AlphaHoldem-inspired self-play RL</a:t>
            </a:r>
            <a:endParaRPr lang="en-US" sz="42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Heads-Up No-Limit Hold'em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97280" y="4069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PyTorch self-play agent  ·  evaluation harness with behavior gates  ·  exact-exploitability study on Leduc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D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   ·     PyTorch · OpenSpiel     ·     single GPU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Pseudo-siamese two-tower actor–critic, ~1.5M parameters.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8470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+ GAE  ·  K-best self-play league  ·  FCPA (4) / FCHPA (5) abstraction  ·  OpenSpiel  ·  single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pic>
        <p:nvPicPr>
          <p:cNvPr id="9" name="Image 0" descr="../docs/figures/deck/01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1825" y="2377440"/>
            <a:ext cx="7425302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Inspired, not reproduced.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7997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AlphaHoldem (paper)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repo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/ action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multi-channel tensors → ConvNets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53-token embedding → MLP / 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Trinal-Clip PPO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clipped PPO + Huber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Self-play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by 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rolling + rating-temperature sampling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scope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abstraction-free full game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FCPA (4) / FCHPA (5)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search-free, single forward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search-free, single forward pass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~8.6M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Behavior gates gate promotion — and caught a policy collapse.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8470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Envelopes on fold frequency, aggression, entropy, and bet-size mix. A later 49k run scored well on win-rate but collapsed to fold-heavy play; the gates blocked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pic>
        <p:nvPicPr>
          <p:cNvPr id="9" name="Image 0" descr="../docs/figures/deck/03_behavior_g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4852" y="2377440"/>
            <a:ext cx="7139248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“+897 bb/100 vs MCCFR-ES” is vs a near-random control.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06040"/>
            <a:ext cx="3477768" cy="1554480"/>
          </a:xfrm>
          <a:prstGeom prst="roundRect">
            <a:avLst>
              <a:gd name="adj" fmla="val 4706"/>
            </a:avLst>
          </a:prstGeom>
          <a:solidFill>
            <a:srgbClr val="F5F8FC"/>
          </a:solidFill>
          <a:ln w="12700">
            <a:solidFill>
              <a:srgbClr val="E6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788920"/>
            <a:ext cx="3477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+970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49808" y="3557016"/>
            <a:ext cx="3112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0-iteration uniform (random)  ·  bb/100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5592" y="2606040"/>
            <a:ext cx="3477768" cy="1554480"/>
          </a:xfrm>
          <a:prstGeom prst="roundRect">
            <a:avLst>
              <a:gd name="adj" fmla="val 4706"/>
            </a:avLst>
          </a:prstGeom>
          <a:solidFill>
            <a:srgbClr val="F5F8FC"/>
          </a:solidFill>
          <a:ln w="12700">
            <a:solidFill>
              <a:srgbClr val="E6EA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55592" y="2788920"/>
            <a:ext cx="3477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+898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538472" y="3557016"/>
            <a:ext cx="3112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5k-iteration “solver”  ·  bb/100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44256" y="2606040"/>
            <a:ext cx="3477768" cy="1554480"/>
          </a:xfrm>
          <a:prstGeom prst="roundRect">
            <a:avLst>
              <a:gd name="adj" fmla="val 4706"/>
            </a:avLst>
          </a:prstGeom>
          <a:solidFill>
            <a:srgbClr val="F5F8FC"/>
          </a:solidFill>
          <a:ln w="12700">
            <a:solidFill>
              <a:srgbClr val="E6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4256" y="2788920"/>
            <a:ext cx="3477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+934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327136" y="3557016"/>
            <a:ext cx="3112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10k-iteration “solver”  ·  bb/100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4572000"/>
            <a:ext cx="11055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5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uniform (0-iteration) control scores highest — adding “solver” iterations makes the opponent easier, not harder. The MCCFR-ES baseline is near-random; the figure is a sanity check, not strength, and is never placed next to AlphaHoldem’s +11 mbb/h.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Leduc (exact NashConv): the iterate cycles; strategy-averaging plateaus ≈ 0.56.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8470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HUNL exploitability is intractable (~10¹⁶¹ info sets), so the same recipe is probed on Leduc (936 states, exact).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pic>
        <p:nvPicPr>
          <p:cNvPr id="9" name="Image 0" descr="../docs/figures/deck/04_leduc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078" y="2377440"/>
            <a:ext cx="6940796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≈8× below random, ≈9× above tuned NFSP — methodology, not magnitude.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pic>
        <p:nvPicPr>
          <p:cNvPr id="8" name="Image 0" descr="../docs/figures/deck/05_calibration_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7706" y="2468880"/>
            <a:ext cx="8573539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ALPHAHOLDEM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“Convergence” is not low exploitability.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2468880"/>
            <a:ext cx="1014069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5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AlphaHoldem reports loss flattening, Elo plateau, and win-rate (+111.6 mbb/h vs Slumbot). It never computes exploitability.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5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Win-rate ≠ exploitability — Lisý &amp; Bowling: two bots tied head-to-head (~20 mbb/g) yet ~1300 mbb/g apart in exploitability.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5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Leduc study is the test HUNL cannot run — not a failed reproduction.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RUN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Regressed −511 bb/100 against the champion it started from.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8470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90k GPU iterations (~9×10⁷ hands)  ·  vectorized collector (30–100×)  ·  PFSP fix  ·  Trinal-Clip  ·  warm-started from the 21k champion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pic>
        <p:nvPicPr>
          <p:cNvPr id="9" name="Image 0" descr="../docs/figures/deck/02_metric_mi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121" y="2423160"/>
            <a:ext cx="10846709" cy="3776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34924"/>
            <a:ext cx="109728" cy="10972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57200"/>
            <a:ext cx="1085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15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Over-aggression drift, not collapse.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8470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calling opponents in the training mix; the co-evolving league learned to fold to aggression.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6364224"/>
            <a:ext cx="11055096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Sanil Desai  ·  AlphaHoldem-inspired self-play RL for Heads-Up No-Limit Hold'em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00232" y="6437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pic>
        <p:nvPicPr>
          <p:cNvPr id="9" name="Image 0" descr="../docs/figures/deck/06_over_ag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6216" y="2377440"/>
            <a:ext cx="7356520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914400"/>
            <a:ext cx="109728" cy="109728"/>
          </a:xfrm>
          <a:prstGeom prst="ellipse">
            <a:avLst/>
          </a:prstGeom>
          <a:solidFill>
            <a:srgbClr val="9DB8E6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8321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D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Strong-but-exploitable, measured carefully.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651760"/>
            <a:ext cx="1014069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near-Nash, not a record win-rate.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gap vs AlphaHoldem (~2.7B hands, 8 GPUs, 3 days) is not closeable solo.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champion remains the strongest model; the scaled run was a negative result.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61264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txhm-poker-api.onrender.com     ·     github.com/smdesai27/TxhmPokerAgent     ·     Sanil Desai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AlphaHoldem-inspired self-play RL for Heads-Up No-Limit Hold'em</dc:title>
  <dc:subject>PptxGenJS Presentation</dc:subject>
  <dc:creator>Sanil Desai</dc:creator>
  <cp:lastModifiedBy>Sanil Desai</cp:lastModifiedBy>
  <cp:revision>1</cp:revision>
  <dcterms:created xsi:type="dcterms:W3CDTF">2026-06-22T15:09:15Z</dcterms:created>
  <dcterms:modified xsi:type="dcterms:W3CDTF">2026-06-22T15:09:15Z</dcterms:modified>
</cp:coreProperties>
</file>