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25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 REINFORCEMENT LEARNING  ·  IMPERFECT-INFORMATION GAMES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Knowing whether it was good</a:t>
            </a:r>
            <a:endParaRPr lang="en-US" sz="46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the hard half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463040" y="388620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5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AlphaHoldem-inspired self-play RL agent for Heads-Up No-Limit Hold'em —</a:t>
            </a:r>
            <a:endParaRPr lang="en-US" sz="1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5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evaluation discipline that kept catching my “better” models being worse.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   ·     PyTorch · OpenSpiel     ·     trained on a university GPU cluster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5720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VERSION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agent was the easy half. Knowing whether it was good</a:t>
            </a:r>
            <a:endParaRPr lang="en-US" sz="25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the hard half.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55096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·  AlphaHoldem-inspired self-play RL for Heads-Up No-Limit Hold'em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00232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51460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B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78892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715768"/>
            <a:ext cx="2837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118104"/>
            <a:ext cx="2965704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from-scratch deep-RL system for HUNL — PPO + GAE, a K-best self-play league, an FCPA→FCHPA curriculum, an automated eval harness, and a deployed play-against-it demo. All on a single GPU.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55592" y="251460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BC4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1624" y="278892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49368" y="2715768"/>
            <a:ext cx="2837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RESULT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1624" y="3118104"/>
            <a:ext cx="2965704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balanced, gate-passing champion (entropy 1.44 bits). And an evaluation harness that repeatedly caught my “improved” models quietly regressing — when the training curves said they were winning.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44256" y="2514600"/>
            <a:ext cx="3477768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BC4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00288" y="2788920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8638032" y="2715768"/>
            <a:ext cx="2837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GAP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00288" y="3118104"/>
            <a:ext cx="2965704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Slumbot-beater, not near-Nash. Strong-but-exploitable, measured carefully. The deliverable is the measurement discipline — the value is the method, not a magnitude.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5720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complete, end-to-end self-play RL system — built from scratch in PyTorch.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55096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·  AlphaHoldem-inspired self-play RL for Heads-Up No-Limit Hold'em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00232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286000"/>
            <a:ext cx="34899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B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56032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487168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PSEUDO-SIAMESE NET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889504"/>
            <a:ext cx="2977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Two-tower actor–critic, ~1.5M params, search-free single forward pass.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49496" y="2286000"/>
            <a:ext cx="34899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BC4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5528" y="256032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43272" y="2487168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GAE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05528" y="2889504"/>
            <a:ext cx="2977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policy loss, Huber value, entropy regularization, KL-adaptive LR.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32064" y="2286000"/>
            <a:ext cx="34899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BC4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88096" y="256032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625840" y="2487168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K-BEST SELF-PLAY LEAGUE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388096" y="2889504"/>
            <a:ext cx="2977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snapshot pool, Elo-rated, prioritized opponent sampling.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187952"/>
            <a:ext cx="34899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BC4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462272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2" name="Text 20"/>
          <p:cNvSpPr/>
          <p:nvPr/>
        </p:nvSpPr>
        <p:spPr>
          <a:xfrm>
            <a:off x="1060704" y="4389120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FCPA → FCHPA CURRICULUM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791456"/>
            <a:ext cx="2977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 then 5-action betting abstractions over OpenSpiel universal_poker.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49496" y="4187952"/>
            <a:ext cx="34899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BC4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5528" y="446227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843272" y="4389120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05528" y="4791456"/>
            <a:ext cx="2977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Student-t CIs, behavior gates, duplicate mirrored-hand eval.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32064" y="4187952"/>
            <a:ext cx="34899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BC4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88096" y="4462272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8625840" y="4389120"/>
            <a:ext cx="284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&amp; DEPLOYED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388096" y="4791456"/>
            <a:ext cx="29778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inference backend + a browser demo you can play against.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5720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pseudo-siamese two-tower actor–critic — search-free, one masked forward pass per decision.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55096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·  AlphaHoldem-inspired self-play RL for Heads-Up No-Limit Hold'em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00232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8" name="Image 0" descr="../docs/figures/deck/0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7603" y="2057400"/>
            <a:ext cx="799374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09728" cy="109728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5720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AlphaHoldem-inspired — not a reproduction. I name every deviation.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55096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·  AlphaHoldem-inspired self-play RL for Heads-Up No-Limit Hold'em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00232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  <a:gridCol w="4379976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AlphaHoldem (paper)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repo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/ action input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multi-channel tensors → ConvNets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53-token embedding → MLP / LSTM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Trinal-Clip PPO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clipped PPO + Huber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Self-play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 by 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top-K rolling + rating-temperature sampling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abstraction-free full game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FCPA (4) / FCHPA (5) betting abstraction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search-free, single forward pass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search-free, single forward pass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5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~8.6M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5720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ACTUALLY WORK?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harness promotes on behavior gates, not win-rate — and it caught a policy collapse.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55096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·  AlphaHoldem-inspired self-play RL for Heads-Up No-Limit Hold'em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00232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pic>
        <p:nvPicPr>
          <p:cNvPr id="8" name="Image 0" descr="../docs/figures/deck/03_behavior_g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4278" y="2103120"/>
            <a:ext cx="7600396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5720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 RETIRED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flashiest number measured the opponent's weakness — not my agent's strength.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55096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·  AlphaHoldem-inspired self-play RL for Heads-Up No-Limit Hold'em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00232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24028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win-rate vs the in-house “MCCFR-ES solver”, by solver strength: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3477768" cy="1554480"/>
          </a:xfrm>
          <a:prstGeom prst="roundRect">
            <a:avLst>
              <a:gd name="adj" fmla="val 4706"/>
            </a:avLst>
          </a:prstGeom>
          <a:solidFill>
            <a:srgbClr val="F5F8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907792"/>
            <a:ext cx="3477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+970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749808" y="3675888"/>
            <a:ext cx="3112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0-iteration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(random)  bb/100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55592" y="2743200"/>
            <a:ext cx="3477768" cy="1554480"/>
          </a:xfrm>
          <a:prstGeom prst="roundRect">
            <a:avLst>
              <a:gd name="adj" fmla="val 4706"/>
            </a:avLst>
          </a:prstGeom>
          <a:solidFill>
            <a:srgbClr val="F5F8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5592" y="2907792"/>
            <a:ext cx="3477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+898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538472" y="3675888"/>
            <a:ext cx="3112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5k-iteration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“solver”  bb/100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44256" y="2743200"/>
            <a:ext cx="3477768" cy="1554480"/>
          </a:xfrm>
          <a:prstGeom prst="roundRect">
            <a:avLst>
              <a:gd name="adj" fmla="val 4706"/>
            </a:avLst>
          </a:prstGeom>
          <a:solidFill>
            <a:srgbClr val="F5F8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44256" y="2907792"/>
            <a:ext cx="3477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6B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+934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327136" y="3675888"/>
            <a:ext cx="3112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10k-iteration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“solver”  bb/100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4617720"/>
            <a:ext cx="11055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0-iteration (uniform-random) control scores the highest. </a:t>
            </a:r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“solver” iterations does not make the opponent harder — the MCCFR-ES baseline is near-random on most states. So I retired “+897 bb/100 vs a solver,” and never place it next to AlphaHoldem’s +11 mbb/h vs Slumbot.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5720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YARDSTICK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Win-rate is gameable; exploitability isn't — but on HUNL it's intractable to even measure.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55096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·  AlphaHoldem-inspired self-play RL for Heads-Up No-Limit Hold'em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00232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3774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5233B"/>
          </a:solidFill>
          <a:ln/>
          <a:effectLst>
            <a:outerShdw sx="100000" sy="100000" kx="0" ky="0" algn="bl" rotWithShape="0" blurRad="114300" dist="38100" dir="5400000">
              <a:srgbClr val="8AA0BE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9260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10¹⁶¹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886968" y="41148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sets in full HUNL — exact best-response computation is prohibitive, so I make no exploitability claim about the HUNL agent.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56048" y="2468880"/>
            <a:ext cx="666597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Lisý &amp; Bowling (LBR): 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bots tied head-to-head (within ~20 mbb/g) yet differed by ~1300 mbb/g in measured exploitability. A strong win-rate can hide a highly exploitable strategy.</a:t>
            </a:r>
            <a:endParaRPr lang="en-US" sz="16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 moved the question to </a:t>
            </a:r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Leduc poker</a:t>
            </a:r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936 information states, where OpenSpiel computes exact NashConv — using the same PPO + self-play recipe as the HUNL configs.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5720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RIGOROUS CORE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Leduc, where exploitability is exact: the raw PPO iterate cycles; only strategy-averaging is non-divergent.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55096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·  AlphaHoldem-inspired self-play RL for Heads-Up No-Limit Hold'em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00232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pic>
        <p:nvPicPr>
          <p:cNvPr id="8" name="Image 0" descr="../docs/figures/deck/04_leduc_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1425" y="2148840"/>
            <a:ext cx="7306101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5720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HONESTLY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0.56 plateau is methodology, not a headline — ≈8× below random, but ≈9× above tuned NFSP.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55096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·  AlphaHoldem-inspired self-play RL for Heads-Up No-Limit Hold'em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00232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pic>
        <p:nvPicPr>
          <p:cNvPr id="8" name="Image 0" descr="../docs/figures/deck/05_calibration_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918" y="2331720"/>
            <a:ext cx="8921115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09728" cy="109728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5720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WITH ALPHAHOLDEM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AlphaHoldem's “convergence” and my finding measure different quantities — there is no contradiction.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55096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·  AlphaHoldem-inspired self-play RL for Heads-Up No-Limit Hold'em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00232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468880"/>
            <a:ext cx="52989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BC4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743200"/>
            <a:ext cx="146304" cy="14630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1060704" y="2670048"/>
            <a:ext cx="4658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ALPHAHOLDEM MEASURED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072384"/>
            <a:ext cx="47868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flattening · Elo plateauing in its self-play league · head-to-head win-rate (+111.6 mbb/h vs Slumbot). On full HUNL it explicitly concedes best-response is prohibitive and never computes a NashConv.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23076" y="2468880"/>
            <a:ext cx="529894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6EAF0"/>
            </a:solidFill>
            <a:prstDash val="solid"/>
          </a:ln>
          <a:effectLst>
            <a:outerShdw sx="100000" sy="100000" kx="0" ky="0" algn="bl" rotWithShape="0" blurRad="88900" dist="25400" dir="5400000">
              <a:srgbClr val="9AABC4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79108" y="274320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816852" y="2670048"/>
            <a:ext cx="4658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EXPLOITABILITY MEASURES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79108" y="3072384"/>
            <a:ext cx="47868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an optimal counter-strategy extracts — opponent-independent. As LBR shows, a strong head-to-head record is fully consistent with a strategy that remains highly exploitable.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" y="525780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Win-rate ≠ exploitability. </a:t>
            </a:r>
            <a:pPr algn="ctr" indent="0" marL="0">
              <a:buNone/>
            </a:pPr>
            <a:r>
              <a:rPr lang="en-US" sz="15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Leduc study is the test HUNL can’t run — not a failed reproduction.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5720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FOR SCALE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made self-play collection 30–100× faster, then ran 90k GPU iterations from the champion.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55096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·  AlphaHoldem-inspired self-play RL for Heads-Up No-Limit Hold'em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00232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37744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5F8FC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97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30–100×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32688" y="3538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trajectory collection (batched inference vs one game at a time)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41605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90k iters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32688" y="50017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~9×10⁷ hands · ~38 h on one GPU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1728" y="2468880"/>
            <a:ext cx="694029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Rewrote the collector </a:t>
            </a:r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step B games in lockstep and batch all policy/value inference into a single forward pass — the GPU had been starved by Python-side game stepping.</a:t>
            </a:r>
            <a:endParaRPr lang="en-US" sz="15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an inverted PFSP bug </a:t>
            </a:r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(opponent sampling had favored the strongest snapshots) and switched the loss to Trinal-Clip.</a:t>
            </a:r>
            <a:endParaRPr lang="en-US" sz="15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550" b="1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Warm-started from the Stage D 21k champion </a:t>
            </a:r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5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let it run — to see whether scale alone would push past a certified-good policy.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5720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REGRESSION THE EVALUATION CAUGHT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training metric stayed positive the whole run; a fixed reference said it had regressed −511 bb/100.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55096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·  AlphaHoldem-inspired self-play RL for Heads-Up No-Limit Hold'em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00232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pic>
        <p:nvPicPr>
          <p:cNvPr id="8" name="Image 0" descr="../docs/figures/deck/02_metric_mi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258867"/>
            <a:ext cx="11055096" cy="38490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34924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457200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Over-aggression drift, not collapse: it crushes random even harder than the champion — but a calling station punishes it.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6364224"/>
            <a:ext cx="11055096" cy="0"/>
          </a:xfrm>
          <a:prstGeom prst="line">
            <a:avLst/>
          </a:prstGeom>
          <a:noFill/>
          <a:ln w="12700">
            <a:solidFill>
              <a:srgbClr val="E6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43737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Sanil Desai  ·  AlphaHoldem-inspired self-play RL for Heads-Up No-Limit Hold'em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00232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pic>
        <p:nvPicPr>
          <p:cNvPr id="8" name="Image 0" descr="../docs/figures/deck/06_over_ag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620" y="2240280"/>
            <a:ext cx="7567712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41248"/>
            <a:ext cx="109728" cy="109728"/>
          </a:xfrm>
          <a:prstGeom prst="ellipse">
            <a:avLst/>
          </a:prstGeom>
          <a:solidFill>
            <a:srgbClr val="9DB8E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7589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DEMONSTRATES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110550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ungameable metrics. Report honest negatives.</a:t>
            </a:r>
            <a:endParaRPr lang="en-US" sz="29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evaluation discipline to know when you're fooling yourself.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66928" y="3200400"/>
            <a:ext cx="3441192" cy="1737360"/>
          </a:xfrm>
          <a:prstGeom prst="roundRect">
            <a:avLst>
              <a:gd name="adj" fmla="val 3684"/>
            </a:avLst>
          </a:prstGeom>
          <a:solidFill>
            <a:srgbClr val="16294A"/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3383280"/>
            <a:ext cx="2983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Ungameable metrics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3803904"/>
            <a:ext cx="2965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exploitability on Leduc, fixed-reference ladders, and an LBR lower bound — chosen because HUNL's metric is intractable.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3880" y="3200400"/>
            <a:ext cx="3441192" cy="1737360"/>
          </a:xfrm>
          <a:prstGeom prst="roundRect">
            <a:avLst>
              <a:gd name="adj" fmla="val 3684"/>
            </a:avLst>
          </a:prstGeom>
          <a:solidFill>
            <a:srgbClr val="16294A"/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1624" y="3383280"/>
            <a:ext cx="2983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negatives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11624" y="3803904"/>
            <a:ext cx="2965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iterate cycles, network-averaging fails, Trinal-Clip is inert at Leduc scale, the scaled run regressed −511 bb/100 — reported, not buried.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0832" y="3200400"/>
            <a:ext cx="3441192" cy="1737360"/>
          </a:xfrm>
          <a:prstGeom prst="roundRect">
            <a:avLst>
              <a:gd name="adj" fmla="val 3684"/>
            </a:avLst>
          </a:prstGeom>
          <a:solidFill>
            <a:srgbClr val="16294A"/>
          </a:solidFill>
          <a:ln w="12700">
            <a:solidFill>
              <a:srgbClr val="3150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8576" y="3383280"/>
            <a:ext cx="2983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discipline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18576" y="3803904"/>
            <a:ext cx="2965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caught what the training curves structurally couldn't see — and refused to promote regressions automatically.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5166360"/>
            <a:ext cx="11055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ceiling: strong-but-exploitable, measured rigorously — not near-Nash, not a record win-rate. What transfers is first-principles systems building, measurement rigor, and the discipline to publish the negative result.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61722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B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txhm-poker-api.onrender.com   ·   github.com/smdesai27/TxhmPokerAgent   ·   Sanil Desai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Knowing whether it was good was the hard half</dc:title>
  <dc:subject>PptxGenJS Presentation</dc:subject>
  <dc:creator>Sanil Desai</dc:creator>
  <cp:lastModifiedBy>Sanil Desai</cp:lastModifiedBy>
  <cp:revision>1</cp:revision>
  <dcterms:created xsi:type="dcterms:W3CDTF">2026-06-22T14:50:39Z</dcterms:created>
  <dcterms:modified xsi:type="dcterms:W3CDTF">2026-06-22T14:50:39Z</dcterms:modified>
</cp:coreProperties>
</file>